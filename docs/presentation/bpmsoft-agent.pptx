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ff55e09d-a9bb-2717-8b85-473c6d91e0a4}">
          <p14:sldIdLst>
            <p14:sldId id="256"/>
            <p14:sldId id="257"/>
          </p14:sldIdLst>
        </p14:section>
        <p14:section name="Как пользоваться" id="{547f162c-5130-858e-236b-98d2431a8579}">
          <p14:sldIdLst>
            <p14:sldId id="258"/>
            <p14:sldId id="259"/>
            <p14:sldId id="260"/>
            <p14:sldId id="261"/>
            <p14:sldId id="262"/>
          </p14:sldIdLst>
        </p14:section>
        <p14:section name="Возможности" id="{9ffcc799-28db-f780-bd5d-b8583fa7415d}">
          <p14:sldIdLst>
            <p14:sldId id="263"/>
          </p14:sldIdLst>
        </p14:section>
        <p14:section name="Принципы" id="{d866f4e8-8f5c-6804-1099-280f96945d12}">
          <p14:sldIdLst>
            <p14:sldId id="264"/>
            <p14:sldId id="265"/>
          </p14:sldIdLst>
        </p14:section>
        <p14:section name="Безопасность" id="{23271410-3124-0687-feeb-6c8c5bbfae0e}">
          <p14:sldIdLst>
            <p14:sldId id="266"/>
            <p14:sldId id="267"/>
          </p14:sldIdLst>
        </p14:section>
        <p14:section name="Стенд CRM и БД" id="{542efc2e-3c86-cd06-742e-b95efc5b05ff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laude Code" id="{cc3377c8-e0f5-fb2b-4b66-8df27d0b0fc5}">
          <p14:sldIdLst>
            <p14:sldId id="274"/>
          </p14:sldIdLst>
        </p14:section>
        <p14:section name="Логи и знания" id="{a445decc-c04e-a256-51ef-704e9e17bfe0}">
          <p14:sldIdLst>
            <p14:sldId id="275"/>
            <p14:sldId id="276"/>
          </p14:sldIdLst>
        </p14:section>
        <p14:section name="Итог" id="{24404192-1862-f2c9-6d1c-ce1ff474d3a2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 (проверено 22.10.2026): privacy.claude.com — «Is my data used for model training?» и «How long do you store my organization's data?»; cursor.com/data-use — Privacy Mode и маршрутизация запросов через сервер Cursor.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BPMSoft AI Agent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CENT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uznecowmiha/Documents/repositories/bpmsoft-agent/docs/presentation/scree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6060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BPMSoft AI Agent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ИИ-разработчик для проектов на BPMSoft: от задачи до проверенной реализации на стенде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пользоваться, что умеет и как устроен · октябрь 2026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852160" y="1463040"/>
            <a:ext cx="5760720" cy="3602736"/>
          </a:xfrm>
          <a:prstGeom prst="roundRect">
            <a:avLst>
              <a:gd name="adj" fmla="val 152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1" descr="/Users/kuznecowmiha/Documents/repositories/bpmsoft-agent/docs/presentation/screens/emp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736" y="1499616"/>
            <a:ext cx="5687568" cy="3529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такое BPMSoft AI Agent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Desktop-приложение для macOS и Windows: чат, история чатов, логи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в папке приложения BPMSoft и пишет файлы пакетов в BPMSoft.Configuration/Pkg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вы включили: сам обновляет и компилирует стенд, читает БД и смотрит интерфейс CRM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выбор: Claude или Cursor — в «Настройках»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Опирается на базу знаний о metadata BPMSoft, а не на догадки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040880" y="1325880"/>
            <a:ext cx="4572000" cy="1371600"/>
          </a:xfrm>
          <a:prstGeom prst="roundRect">
            <a:avLst>
              <a:gd name="adj" fmla="val 5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69480" y="132588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869680" y="132588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файлов базы знаний о metadata BPMSoft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040880" y="2880360"/>
            <a:ext cx="4572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6948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28803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скиллов для Claude Code — экспорт в стенд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40880" y="4434840"/>
            <a:ext cx="4572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69480" y="44348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44348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кейсов эвалов — автотестов поведения агента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чего начать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533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проект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190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Папка стенда BPMSoft — приложение проверит компьютер и режим разработки в ФС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221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Подключите модель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«Настройки»: провайдер Claude или Cursor, ключ API, модель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0906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Включите доступы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564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желанию: БД CRM, действия в CRM, встроенный браузер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95935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Опишите задачу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3251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 языком: что, где, для кого. Назовите пакет — или агент спросит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82803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Подтвердите план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1937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не пишет файлы до вашего «Делай»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Остановить ответ — «Стоп» или Esc; прошлые чаты — в списке слева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98080" y="1325880"/>
            <a:ext cx="3593592" cy="4206240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0" descr="/Users/kuznecowmiha/Documents/repositories/bpmsoft-agent/docs/presentation/screens/settings_provi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56" y="1362456"/>
            <a:ext cx="3520440" cy="413308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498080" y="562356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Настройки: провайдер, ключ и модель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на компьютере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в установщике: </a:t>
            </a:r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и Cursor SDK, ripgrep, клиент PostgreSQL, встроенный браузер CRM, pkg_lint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114800"/>
                <a:gridCol w="3840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Зачем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Если нет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13+ или Windows 10 1809+ x64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Минимум для Claude Code и Cursor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Проект не откроется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Стенд на этом компьютере, разработка в файловой системе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fileDesignMode и UseStaticFileContent=false: иначе «Обновить из файловой системы» не подхватит правки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Проект не откроется — приложение покажет, что поменять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18+ в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Иерархия клиентских схем (hierarchy.js) и разовые скрипты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Предупреждение: клиентские схемы агент делает хуже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for Windows (только Windows)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Bash — через него идут команды агента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Cursor: проект не откроется. Claude: предупреждение, каждая команда — с подтверждением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(по желанию)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status и откат правок в Pkg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Предупреждение: агент пропустит эти шаги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ключ API Claude или Cursor. По желанию: доступ к PostgreSQL стенда (лучше пользователь только на чтение) и пользователь CRM с ролью «Системный администратор». macOS: сборка без нотаризации — при первом запуске правый клик → «Открыть»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проверяет окружение само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12064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0" descr="/Users/kuznecowmiha/Documents/repositories/bpmsoft-agent/docs/presentation/screens/header_e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16736"/>
            <a:ext cx="5047488" cy="4206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0" y="128016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Бейдж «Окружение» в шапке — пока чего-то не хватает; клик покажет, что именно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443984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1" descr="/Users/kuznecowmiha/Documents/repositories/bpmsoft-agent/docs/presentation/screens/env_probl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093976"/>
            <a:ext cx="4370832" cy="32186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221224" y="2057400"/>
            <a:ext cx="36850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2" descr="/Users/kuznecowmiha/Documents/repositories/bpmsoft-agent/docs/presentation/screens/fdm_c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93976"/>
            <a:ext cx="3611880" cy="321868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144000" y="2057400"/>
            <a:ext cx="2468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запуске: ОС, Node.js, git, Git Bash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откроет проект: старая ОС, нет разработки в ФС, Cursor на Windows без Git Bash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Остальное — предупреждение с причиной и ссылкой «Скачать»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проверки — в environment.json в папке логов. После установки программы — «Проверить снова»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агент ведёт задачу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338943" y="1874520"/>
            <a:ext cx="9483634" cy="0"/>
          </a:xfrm>
          <a:prstGeom prst="line">
            <a:avLst/>
          </a:prstGeom>
          <a:noFill/>
          <a:ln w="25400">
            <a:solidFill>
              <a:srgbClr val="C7D2F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183" y="1508760"/>
            <a:ext cx="731520" cy="7315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3183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2423160"/>
            <a:ext cx="1525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139772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Спрашивает, в какой пакет писать, и не угадывает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3789" y="1508760"/>
            <a:ext cx="731520" cy="7315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53789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2156678" y="2423160"/>
            <a:ext cx="1525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20686" y="2926080"/>
            <a:ext cx="139772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вопросы одним сообщением, варианты — кнопками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34394" y="1508760"/>
            <a:ext cx="731520" cy="7315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34394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3737283" y="2423160"/>
            <a:ext cx="1525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Исследование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801291" y="2926080"/>
            <a:ext cx="139772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Знания, аналоги в пакетах, иерархия схем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15000" y="1508760"/>
            <a:ext cx="731520" cy="7315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1500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317889" y="2423160"/>
            <a:ext cx="1525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и стоп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381897" y="2926080"/>
            <a:ext cx="139772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приёмки, файлы, риски — ждёт «Делай»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295606" y="1508760"/>
            <a:ext cx="731520" cy="7315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95606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98495" y="2423160"/>
            <a:ext cx="1525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962503" y="2926080"/>
            <a:ext cx="139772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 в Pkg, перечитывает, запускает pkg_lint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876211" y="1508760"/>
            <a:ext cx="731520" cy="7315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76211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8479101" y="2423160"/>
            <a:ext cx="1525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543109" y="2926080"/>
            <a:ext cx="139772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Обновляет стенд и проверяет критерии приёмки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456817" y="1508760"/>
            <a:ext cx="731520" cy="7315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6817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10059706" y="2423160"/>
            <a:ext cx="1525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Наблюдения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123714" y="2926080"/>
            <a:ext cx="139772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Новое для базы знаний — в конце ответа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48920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об устройстве проекта без правок — агент отвечает сразу: без пакета, плана и подтверждения. Исправление ошибки в только что сделанном по плану — тоже без нового плана.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План, который можно проверить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453128"/>
          </a:xfrm>
          <a:prstGeom prst="roundRect">
            <a:avLst>
              <a:gd name="adj" fmla="val 1232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0" descr="/Users/kuznecowmiha/Documents/repositories/bpmsoft-agent/docs/presentation/screens/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16736"/>
            <a:ext cx="5367528" cy="43799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72200" y="1280160"/>
            <a:ext cx="5440680" cy="4453128"/>
          </a:xfrm>
          <a:prstGeom prst="roundRect">
            <a:avLst>
              <a:gd name="adj" fmla="val 1232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1" descr="/Users/kuznecowmiha/Documents/repositories/bpmsoft-agent/docs/presentation/screens/choic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1316736"/>
            <a:ext cx="5367528" cy="43799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5216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</a:t>
            </a:r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что вы увидите,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краевые случаи,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</a:t>
            </a:r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готовность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172200" y="585216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Файлы — только после «Делай»; ответы на вопросы — не подтверждение плана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умеет агент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любых типов, индексы, замещения, события, удаление с проверкой ссылок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554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Клиентские схемы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Карточки, разделы, детали, мини-карточки, модули: поля, кнопки, валидация, запросы ESQ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3258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554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Бизнес-процессы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Элементы, шлюзы, сигналы, таймеры, подпроцессы, свои действия процесса на C#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86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и сервисы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526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Слушатели событий, REST-сервисы, вызов внешних API, уведомления пользователю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9768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886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 права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526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Системные настройки, справочники, SQL-скрипты, права на операции, колонки и записи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04672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3886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526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Разделы, карточки, детали, справочники, группы, рабочие места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ещё: объясняет, как сейчас устроен проект, и разбирает ошибки стенда по журналам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Принципы разработки агента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280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Петля исправлений с контрольной точкой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642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своих схем исправляет сам; после 5 неудач или 3 одинаковых ошибок подряд — спрашивает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468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дешёвые проверки кодом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529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pkg_lint перед каждым обновлением стенда: при ошибке на стенд ничего не уходит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57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Эвалы — тесты для агента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416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задачи прогоняются автоматически на тестовом стенде после изменений агента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892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846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ошибка становится правилом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3036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Закрываем на самом дешёвом уровне: код → знания → промпт → кейс эвалов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132588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280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Знания общие, наблюдения — со всех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16642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предлагает, разработчик переносит в знания только подтверждённое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251460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468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в петле по степени риска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8529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 — сразу, запись — по плану, удаление и массовые правки — после вопроса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63640" y="370332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3657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Песочница и наблюдаемость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40416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 только проект, пишет только в Pkg; каждый чат пишется в лог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263640" y="484632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92240" y="48463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правило: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изобретать metadata. ✅-факты из знаний — напрямую, остальное — подтверждать файлами проекта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Границы: что агент делает сам, а что — нет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Сам, без вопроса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 папку проекта и базу знаний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 в выбранный пакет Pkg — по подтверждённому плану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 журналы стенда, git status и diff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Выполняет SELECT к БД CRM — если доступ включён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Перечитывает свои файлы и запускает pkg_lint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32588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55448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Нельзя или только с вашего согласия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2860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Читать ConnectionStrings.config, ключи и сертификаты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Менять Autogenerated, Resources и conf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Удалять схемы и данные, массово менять записи — после вопроса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Коммиты, ветки, push — решаете вы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Писать пароли и токены в файлы и повторять их в ответах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Внешние команды — в песочнице ОС или с вашего подтверждения; выход за границы проекта отклоняется автоматически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 файловой системе: что его ограничивает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35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556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Pkg выбранного проекта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15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Читает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358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Папка приложения BPMSoft и база знаний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9959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Закрыто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159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Домашняя папка, ~/.ssh, ~/.aws, Keychain, ConnectionStrings.config, ключи и сертификаты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120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Пароли БД и CRM агенту не передаются: инструменты подключаются сами, секреты хранятся в защищённом хранилище ОС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0" y="1325880"/>
            <a:ext cx="6583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150876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148132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каждого действия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19476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выполнения: чтение вне проекта и запись вне Pkg отклоняются, файлы с секретами не открываются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0" y="2532888"/>
            <a:ext cx="6583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080" y="2715768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0" y="2715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268833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Песочница ОС для команд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315468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macOS: запись только в Pkg, без сети, домашняя папка закрыта. Windows: без вопроса — только чтение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29200" y="3739896"/>
            <a:ext cx="6583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12080" y="3922776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12080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89534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 человека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436168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Удаление, git, сеть и программы вроде curl, npm, python, psql — только с вашего разрешения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29200" y="4946904"/>
            <a:ext cx="6583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12080" y="5129784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212080" y="51297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510235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БД — только чтение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5568696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в транзакции только для чтения; изменения, системные функции и колонки с паролями закрыты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проекта и модель в интернете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уходит в модель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92808"/>
            <a:ext cx="498348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Системный промпт и нужные файлы базы знаний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Фрагменты файлов, которые агент прочитал: схемы Pkg, код платформы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запросов к БД — до 200 строк, без колонок с паролями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и снимки страниц CRM — если включён браузер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7490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уходит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78808"/>
            <a:ext cx="4983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Пароли БД и CRM, ключи API — инструменты подключаются сами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Файлы с секретами и всё, что вне папки проекта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Служебная телеметрия Claude Code — отключена: наружу уходят только запросы к модели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4630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— API и корпоративные тарифы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892808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умолчанию данные не используются для обучения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Удаляются в течение 30 дней; возможен договор нулевого хранения (ZDR)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29184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429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— с Privacy Mode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858768"/>
            <a:ext cx="498348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не обучается на данных, у провайдеров моделей — договоры нулевого хранения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Запросы всегда идут через сервер Cursor, даже со своим ключом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корпоративный договор с Claude (при необходимости ZDR) или Privacy Mode в Cursor; тестовые стенды без боевых персональных данных; отдельный пользователь БД только на чтение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Индикаторы в шапке приложения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4" name="Image 0" descr="/Users/kuznecowmiha/Documents/repositories/bpmsoft-agent/docs/presentation/screens/header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572000" cy="457200"/>
          </a:xfrm>
          <a:prstGeom prst="rect">
            <a:avLst/>
          </a:prstGeom>
        </p:spPr>
      </p:pic>
      <p:pic>
        <p:nvPicPr>
          <p:cNvPr id="5" name="Image 1" descr="/Users/kuznecowmiha/Documents/repositories/bpmsoft-agent/docs/presentation/screens/header_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4" y="1463040"/>
            <a:ext cx="3008376" cy="457200"/>
          </a:xfrm>
          <a:prstGeom prst="rect">
            <a:avLst/>
          </a:prstGeom>
        </p:spPr>
      </p:pic>
      <p:pic>
        <p:nvPicPr>
          <p:cNvPr id="6" name="Image 2" descr="/Users/kuznecowmiha/Documents/repositories/bpmsoft-agent/docs/presentation/screens/badge_o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60320"/>
            <a:ext cx="1773936" cy="38404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2651760" y="256032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выключен в настройках — или для CRM не заданы адрес, пользователь и пароль</a:t>
            </a:r>
            <a:endParaRPr lang="en-US" sz="1500" dirty="0"/>
          </a:p>
        </p:txBody>
      </p:sp>
      <p:pic>
        <p:nvPicPr>
          <p:cNvPr id="8" name="Image 3" descr="/Users/kuznecowmiha/Documents/repositories/bpmsoft-agent/docs/presentation/screens/badge_check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91840"/>
            <a:ext cx="1773936" cy="38404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2651760" y="329184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Идёт проверка подключения: при включении и при каждой смене настроек</a:t>
            </a:r>
            <a:endParaRPr lang="en-US" sz="1500" dirty="0"/>
          </a:p>
        </p:txBody>
      </p:sp>
      <p:pic>
        <p:nvPicPr>
          <p:cNvPr id="10" name="Image 4" descr="/Users/kuznecowmiha/Documents/repositories/bpmsoft-agent/docs/presentation/screens/badge_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23360"/>
            <a:ext cx="1773936" cy="384048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651760" y="402336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есть. Наведите — подробности, клик — проверить снова</a:t>
            </a:r>
            <a:endParaRPr lang="en-US" sz="1500" dirty="0"/>
          </a:p>
        </p:txBody>
      </p:sp>
      <p:pic>
        <p:nvPicPr>
          <p:cNvPr id="12" name="Image 5" descr="/Users/kuznecowmiha/Documents/repositories/bpmsoft-agent/docs/presentation/screens/badge_erro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754880"/>
            <a:ext cx="1773936" cy="384048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2651760" y="47548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подключения. Наведите — причина, клик — проверить снова</a:t>
            </a:r>
            <a:endParaRPr lang="en-US" sz="1500" dirty="0"/>
          </a:p>
        </p:txBody>
      </p:sp>
      <p:sp>
        <p:nvSpPr>
          <p:cNvPr id="14" name="Shape 6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Оранжевый бейдж «Окружение» — на компьютере чего-то не хватает, клик покажет что. Точка у «Настроек» — не задан ключ API. Глобус — браузер CRM, «Логи» — лог сессии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со стендом CRM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120640" cy="4192524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0" descr="/Users/kuznecowmiha/Documents/repositories/bpmsoft-agent/docs/presentation/screens/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62456"/>
            <a:ext cx="5047488" cy="41193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32588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0" y="150876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14813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Действия в CRM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766560" y="194767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Обновляет из файловой системы (сначала pkg_lint), компилирует и перезапускает — после вашего ответа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274320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0" y="292608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28986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 CRM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336499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страницы CRM в панели справа: текст, консоль, сеть, снимок — и проверяет критерии приёмки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35040" y="416052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43434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3159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REST-запросы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78231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 сервисы, данные с правами пользователя, запуск процесса. Изменения — только с согласия, на тестовых записях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«Спрашивать перед каждым действием» — агент показывает действие и ждёт разрешения. Клики в браузере подтверждаются всегда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Встроенный браузер CRM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223760" cy="4535424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0" descr="/Users/kuznecowmiha/Documents/repositories/bpmsoft-agent/docs/presentation/screen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62456"/>
            <a:ext cx="7150608" cy="44622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092440" y="1371600"/>
            <a:ext cx="35204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открывается в панели справа под учётной записью из настроек — вы видите ту же страницу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читает текст страницы, консоль и сеть; снимок — когда важна вёрстка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ответе цитирует увиденное и отмечает, какие AC подтверждены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смотрит: не сохраняет и не удаляет записи; клики — с разрешения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Петля исправлений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Запись в Pkg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487168" y="1874520"/>
            <a:ext cx="32918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834640" y="1463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34640" y="14630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pkg_lint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73168" y="1874520"/>
            <a:ext cx="32918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120640" y="1463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14630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Обновление из ФС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68" y="1874520"/>
            <a:ext cx="32918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06640" y="1463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06640" y="14630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Компиляция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345168" y="1874520"/>
            <a:ext cx="32918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692640" y="1463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92640" y="14630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26974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2788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Ошибка в своей схеме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27889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исправляет сам и повторяет обновление и компиляцию — без нового плана. Инструмент сообщает номер попытки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Контрольная 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9319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неудачных попыток или 3 одинаковые ошибки подряд: агент пишет, что пробовал, и спрашивает — «Продолжай исправлять» или «Остановись, разберусь сам»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212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554480" y="5074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Ошибка вне плана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297680" y="50749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Схема, которую в этом чате не меняли, или нужна правка вне плана — агент не правит молча, а спрашивает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БД CRM — только чтение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устроено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3566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SELECT или WITH к PostgreSQL, транзакция только для чтения, до 200 строк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Изменяющие запросы отклоняет проверка безопасности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Учётные данные — из настроек, пароль в защищённом хранилище ОС; ConnectionStrings.config агент не читает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«Спрашивать перед каждым запросом» — покажет SQL и подождёт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3258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агенту БД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рабочих мест и записей базовых справочников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Текущие значения системных настроек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после обновления: появились ли записи, выполнился ли SQL-скрипт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49377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49377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меняются только через файлы Pkg: данные пакета и SQL-скрипты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19872" y="1325880"/>
            <a:ext cx="3502152" cy="44348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/Users/kuznecowmiha/Documents/repositories/bpmsoft-agent/docs/presentation/screens/settings_dbs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6448" y="1362456"/>
            <a:ext cx="3429000" cy="43616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доступ выключен — агент не застревает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840480"/>
                <a:gridCol w="5029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Возможность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Включена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Выключена или недоступна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БД CRM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 выполняет SELECT и проверяет 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Читает данные REST-запросом (DataService), если включены действия в CRM; иначе даёт вам готовый SQL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Действия в CRM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 обновляет из файловой системы и компилирует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Просит вас нажать «Обновить из файловой системы» и скомпилировать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Браузер CRM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 открывает страницу и проверяет критерии приёмки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Даёт шаги проверки по каждому AC — проверяете вы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REST-запросы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Проверяет сервисы, процессы и права глазами пользователя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Просит выполнить запрос или проверить в интерфейсе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«CRM недоступна» или «вход не выполнен» — агент не повторяет вызов впустую: переходит на запасной путь и говорит, что сделать вам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 скиллов в Claude Code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1673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→ «Claude Code» → «Установить скиллы в проект»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2996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стенд ставится .claude: CLAUDE.md, 12 скиллов bpm-*, база знаний, pkg-lint.js и crm.js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98064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98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432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CLAUDE.md уже есть — подключить отдельным файлом или заменить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5643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Файлы, изменённые вручную, — предупредит перед перезаписью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6966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обновления приложения — кнопка «Обновить скиллы»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589520" y="1325880"/>
            <a:ext cx="4023360" cy="326898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0" descr="/Users/kuznecowmiha/Documents/repositories/bpmsoft-agent/docs/presentation/screens/settings_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096" y="1362456"/>
            <a:ext cx="3950208" cy="319582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48640" y="498348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9834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bpm-develop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395728" y="498348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95728" y="49834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bpm-explain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42816" y="498348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42816" y="49834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bpm-entity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089904" y="498348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089904" y="49834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bpm-client-schemas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36992" y="498348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36992" y="49834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bpm-process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784080" y="498348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784080" y="49834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bpm-user-task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541324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54132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bpm-source-code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95728" y="541324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395728" y="54132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bpm-web-service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242816" y="541324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242816" y="54132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bpm-data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089904" y="541324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089904" y="54132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bpm-sql-script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36992" y="541324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936992" y="54132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bpm-registration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9784080" y="541324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784080" y="54132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bpm-troubleshoot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58704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правила и знания — в Claude Code. Запросов к БД там нет: SQL агент отдаёт вам, данные читает REST через crm.js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Логи и наблюдения: агент становится умнее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чат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решает задачу и узнаёт новое о проекте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212848"/>
            <a:ext cx="28346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34640" y="132588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14630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Наблюдения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05740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в конце ответа: факт, источник, статус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18888" y="2212848"/>
            <a:ext cx="28346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0640" y="132588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14630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knowledge-notes.md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205740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собирает блоки автоматически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4888" y="2212848"/>
            <a:ext cx="28346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32588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43800" y="14630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05740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сверяет с логом и стендом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390888" y="2212848"/>
            <a:ext cx="283464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92640" y="132588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29800" y="14630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Знания ✅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829800" y="205740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 получают все пользователи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выглядит блок в ответе агента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749040"/>
            <a:ext cx="5486400" cy="996696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0" descr="/Users/kuznecowmiha/Documents/repositories/bpmsoft-agent/docs/presentation/screens/notes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3785616"/>
            <a:ext cx="5413248" cy="92354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48640" y="4937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само собирает такие блоки в knowledge-notes.md рядом с логами чатов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63640" y="338328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92240" y="35204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Лог каждого чата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3950208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Действия, ошибки, токены и стоимость — по каждому чату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macOS: ~/Library/Logs/bpmsoft-agent; Windows: папка данных приложения\logs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263640" y="48463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92240" y="4983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знания не пишутся сами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6492240" y="5413248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Иначе знания у пользователей разойдутся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знания попадает только подтверждённое; опровергнутое помечается явно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ошибка становится правилом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315200" cy="868680"/>
          </a:xfrm>
          <a:prstGeom prst="roundRect">
            <a:avLst>
              <a:gd name="adj" fmla="val 8421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в коде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37160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pkg_lint и проверки инструментов — одинаково для всех, не зависит от модели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463040" y="2423160"/>
            <a:ext cx="73152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737360" y="24231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Запись в знаниях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4231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 или факт с пометкой ✅ — подтверждено записью в CRM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77440" y="3474720"/>
            <a:ext cx="73152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34747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Правило в промпте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4747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работы, который модель соблюдает всегда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4526280"/>
            <a:ext cx="7315200" cy="868680"/>
          </a:xfrm>
          <a:prstGeom prst="roundRect">
            <a:avLst>
              <a:gd name="adj" fmla="val 842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45262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 эвалов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45262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Автотест, чтобы ошибка не вернулась незаметно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52560" y="137160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1160" y="1417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кейсов эвалов: раннер ведёт диалог как пользователь и проверяет результат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69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Сверху вниз — от самого дешёвого и надёжного уровня к самому дорогому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получить лучший результат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691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Называйте пакет и раздел — агенту не придётся гадать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309360" y="17373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1691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Отвечайте на вопросы по требованиям: от них зависит точность плана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15468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1089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Читайте план: критерии приёмки — это то, что вы будете проверять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309360" y="315468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31089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Включите БД и CRM на тестовом стенде — агент проверит работу сам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5720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5262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Прислали ошибку или скриншот — агент прочитает журналы и исправит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09360" y="45720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45262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Заметили ошибку агента — расскажите разработчику: она станет правилом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Claude или Cursor для разработчиков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Агенту нужна модель — подписка Claude или Cursor. Подписка есть не у всех, поэтому компания рассматривает два варианта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060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Корпоративный Claude + токен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461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Компания подключает корпоративный Claude и выдаёт разработчику токен — он вводится в «Настройках» приложения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3774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6060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26060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 подписки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2461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сам оформляет подписку Claude или Cursor, компания компенсирует её стоимость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выбрать вариант, собираем список желающих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Ответьте: нужен ли вам доступ · есть ли уже подписка (Claude, Cursor, нет) · какой вариант удобнее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ответить: ____________   Срок: ____________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BPMSoft AI Agent</dc:title>
  <dc:subject>PptxGenJS Presentation</dc:subject>
  <dc:creator>bpmsoft-agent</dc:creator>
  <cp:lastModifiedBy>bpmsoft-agent</cp:lastModifiedBy>
  <cp:revision>1</cp:revision>
  <dcterms:created xsi:type="dcterms:W3CDTF">2026-10-23T05:51:53Z</dcterms:created>
  <dcterms:modified xsi:type="dcterms:W3CDTF">2026-10-23T05:51:53Z</dcterms:modified>
</cp:coreProperties>
</file>